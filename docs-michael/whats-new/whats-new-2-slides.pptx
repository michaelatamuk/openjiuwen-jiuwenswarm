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1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1F2A37"/>
                </a:solidFill>
              </a:rPr>
              <a:t>What's new in JiuwenSwarm since August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2F6FED"/>
                </a:solidFill>
              </a:rPr>
              <a:t>Three big things - and a lot more.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F2A37"/>
                </a:solidFill>
              </a:rPr>
              <a:t>The three big things</a:t>
            </a:r>
          </a:p>
          <a:p>
            <a:r>
              <a:rPr sz="1400" b="0" i="0">
                <a:solidFill>
                  <a:srgbClr val="1F2A37"/>
                </a:solidFill>
              </a:rPr>
              <a:t>Team Organization (Team of teams) - an organization you brief: many expert teams, one goal, one result.</a:t>
            </a:r>
          </a:p>
          <a:p>
            <a:r>
              <a:rPr sz="1400" b="0" i="0">
                <a:solidFill>
                  <a:srgbClr val="1F2A37"/>
                </a:solidFill>
              </a:rPr>
              <a:t>Third-party agents as team members - bring your own agent (Claude Code, Codex, DeepSeek Harness) through one standard plug.</a:t>
            </a:r>
          </a:p>
          <a:p>
            <a:r>
              <a:rPr sz="1400" b="0" i="0">
                <a:solidFill>
                  <a:srgbClr val="1F2A37"/>
                </a:solidFill>
              </a:rPr>
              <a:t>RSI - Recursive Self-Improvement - the system improves its own harness, keeping the changes that help.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021978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 dirty="0">
                <a:solidFill>
                  <a:srgbClr val="1F2A37"/>
                </a:solidFill>
              </a:rPr>
              <a:t>Also new</a:t>
            </a:r>
          </a:p>
          <a:p>
            <a:r>
              <a:rPr sz="1200" b="0" i="0" dirty="0">
                <a:solidFill>
                  <a:srgbClr val="555F6D"/>
                </a:solidFill>
              </a:rPr>
              <a:t>Smart approvals + permission modes - layered control; safe actions auto-approved.</a:t>
            </a:r>
          </a:p>
          <a:p>
            <a:r>
              <a:rPr sz="1200" b="0" i="0" dirty="0">
                <a:solidFill>
                  <a:srgbClr val="555F6D"/>
                </a:solidFill>
              </a:rPr>
              <a:t>Scheduled dispatch + verification - teams on a timer; results verified before acceptance.</a:t>
            </a:r>
          </a:p>
          <a:p>
            <a:r>
              <a:rPr sz="1200" b="0" i="0" dirty="0">
                <a:solidFill>
                  <a:srgbClr val="555F6D"/>
                </a:solidFill>
              </a:rPr>
              <a:t>Trajectory viewer - replay and inspect any run, turn by turn.</a:t>
            </a:r>
          </a:p>
          <a:p>
            <a:r>
              <a:rPr sz="1200" b="0" i="0" dirty="0">
                <a:solidFill>
                  <a:srgbClr val="555F6D"/>
                </a:solidFill>
              </a:rPr>
              <a:t>Headless runtime (Process CLI + SDKs) - run agents from scripts and other apps.</a:t>
            </a:r>
          </a:p>
          <a:p>
            <a:r>
              <a:rPr sz="1200" b="0" i="0" dirty="0">
                <a:solidFill>
                  <a:srgbClr val="555F6D"/>
                </a:solidFill>
              </a:rPr>
              <a:t>A4P intent authorization - pre-approved sessions and scheduled jobs.</a:t>
            </a:r>
          </a:p>
          <a:p>
            <a:r>
              <a:rPr sz="1200" b="0" i="0" dirty="0">
                <a:solidFill>
                  <a:srgbClr val="555F6D"/>
                </a:solidFill>
              </a:rPr>
              <a:t>Marketplace / </a:t>
            </a:r>
            <a:r>
              <a:rPr sz="1200" b="0" i="0" dirty="0" err="1">
                <a:solidFill>
                  <a:srgbClr val="555F6D"/>
                </a:solidFill>
              </a:rPr>
              <a:t>SkillHub</a:t>
            </a:r>
            <a:r>
              <a:rPr sz="1200" b="0" i="0" dirty="0">
                <a:solidFill>
                  <a:srgbClr val="555F6D"/>
                </a:solidFill>
              </a:rPr>
              <a:t> - one search across skills, experts and plugins.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0627" y="3794760"/>
            <a:ext cx="51206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 dirty="0">
                <a:solidFill>
                  <a:srgbClr val="1F2A37"/>
                </a:solidFill>
              </a:rPr>
              <a:t>Upgraded</a:t>
            </a:r>
          </a:p>
          <a:p>
            <a:r>
              <a:rPr sz="1200" b="0" i="0" dirty="0">
                <a:solidFill>
                  <a:srgbClr val="555F6D"/>
                </a:solidFill>
              </a:rPr>
              <a:t>Symphony - graph-based skills; distills runs into reusable skill packs.</a:t>
            </a:r>
          </a:p>
          <a:p>
            <a:r>
              <a:rPr sz="1200" b="0" i="0" dirty="0">
                <a:solidFill>
                  <a:srgbClr val="555F6D"/>
                </a:solidFill>
              </a:rPr>
              <a:t>Context evolution - gathers context proactively; browse and query it.</a:t>
            </a:r>
          </a:p>
          <a:p>
            <a:r>
              <a:rPr sz="1200" b="0" i="0" dirty="0">
                <a:solidFill>
                  <a:srgbClr val="555F6D"/>
                </a:solidFill>
              </a:rPr>
              <a:t>Heartbeat - server-managed keep-alive, with a web panel.</a:t>
            </a:r>
          </a:p>
          <a:p>
            <a:r>
              <a:rPr sz="1200" b="0" i="0" dirty="0">
                <a:solidFill>
                  <a:srgbClr val="555F6D"/>
                </a:solidFill>
              </a:rPr>
              <a:t>Agent-teams - task-scoped members, fork/checkpoint, model-group routing.</a:t>
            </a:r>
          </a:p>
          <a:p>
            <a:r>
              <a:rPr sz="1200" b="0" i="0" dirty="0">
                <a:solidFill>
                  <a:srgbClr val="555F6D"/>
                </a:solidFill>
              </a:rPr>
              <a:t>LLM - thinking modes, model groups, streamed tool calls.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1F2A37"/>
                </a:solidFill>
              </a:rPr>
              <a:t>From agents, to teams, to organizations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2F6FED"/>
                </a:solidFill>
              </a:rPr>
              <a:t>Many expert teams, one goal, one result.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3383280" cy="2377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1F2A37"/>
                </a:solidFill>
              </a:rPr>
              <a:t>Agent</a:t>
            </a:r>
          </a:p>
          <a:p>
            <a:pPr algn="ctr"/>
            <a:r>
              <a:rPr sz="1600" b="0" i="1">
                <a:solidFill>
                  <a:srgbClr val="2F6FED"/>
                </a:solidFill>
              </a:rPr>
              <a:t>a person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555F6D"/>
                </a:solidFill>
              </a:rPr>
              <a:t>Gets a task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286000"/>
            <a:ext cx="3383280" cy="23774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1F2A37"/>
                </a:solidFill>
              </a:rPr>
              <a:t>Team</a:t>
            </a:r>
          </a:p>
          <a:p>
            <a:pPr algn="ctr"/>
            <a:r>
              <a:rPr sz="1600" b="0" i="1">
                <a:solidFill>
                  <a:srgbClr val="2F6FED"/>
                </a:solidFill>
              </a:rPr>
              <a:t>a department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555F6D"/>
                </a:solidFill>
              </a:rPr>
              <a:t>Gets its part done.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383280" cy="2377440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1F2A37"/>
                </a:solidFill>
              </a:rPr>
              <a:t>Organization</a:t>
            </a:r>
          </a:p>
          <a:p>
            <a:pPr algn="ctr"/>
            <a:r>
              <a:rPr sz="1600" b="0" i="1">
                <a:solidFill>
                  <a:srgbClr val="1E8E3E"/>
                </a:solidFill>
              </a:rPr>
              <a:t>a company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555F6D"/>
                </a:solidFill>
              </a:rPr>
              <a:t>Gets the whole job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F2A37"/>
                </a:solidFill>
              </a:rPr>
              <a:t>You don't manage agents.  You don't manage teams.  You brief an organization.</a:t>
            </a:r>
          </a:p>
          <a:p>
            <a:pPr algn="ctr">
              <a:spcBef>
                <a:spcPts val="600"/>
              </a:spcBef>
            </a:pPr>
            <a:r>
              <a:rPr sz="2400" b="1" i="0">
                <a:solidFill>
                  <a:srgbClr val="2F6FED"/>
                </a:solidFill>
              </a:rPr>
              <a:t>Every angle covered — done well, not just done.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295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Michael Atamuk (A)</cp:lastModifiedBy>
  <cp:revision>2</cp:revision>
  <dcterms:created xsi:type="dcterms:W3CDTF">2013-01-27T09:14:16Z</dcterms:created>
  <dcterms:modified xsi:type="dcterms:W3CDTF">2026-10-15T10:25:40Z</dcterms:modified>
  <cp:category/>
</cp:coreProperties>
</file>