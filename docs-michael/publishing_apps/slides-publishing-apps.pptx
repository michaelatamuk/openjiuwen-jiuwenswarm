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1F1F"/>
                </a:solidFill>
              </a:rPr>
              <a:t>1 · Publishing as a 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06060"/>
                </a:solidFill>
              </a:rPr>
              <a:t>The suggested route — and where it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1F1F1F"/>
                </a:solidFill>
              </a:rPr>
              <a:t>• </a:t>
            </a:r>
            <a:r>
              <a:rPr lang="en-US" sz="1500" dirty="0">
                <a:solidFill>
                  <a:srgbClr val="1F1F1F"/>
                </a:solidFill>
              </a:rPr>
              <a:t> OpenJiuwen Agentic </a:t>
            </a:r>
            <a:r>
              <a:rPr sz="1500" b="0" dirty="0">
                <a:solidFill>
                  <a:srgbClr val="1F1F1F"/>
                </a:solidFill>
              </a:rPr>
              <a:t>Hub publishes  </a:t>
            </a:r>
            <a:r>
              <a:rPr sz="1500" b="1" dirty="0">
                <a:solidFill>
                  <a:srgbClr val="1F1F1F"/>
                </a:solidFill>
              </a:rPr>
              <a:t>Skills · Plugins/Connectors · Expert Teams · Templates</a:t>
            </a:r>
            <a:r>
              <a:rPr sz="1500" b="0" dirty="0">
                <a:solidFill>
                  <a:srgbClr val="1F1F1F"/>
                </a:solidFill>
              </a:rPr>
              <a:t> — all extend the assistant inside </a:t>
            </a:r>
            <a:r>
              <a:rPr sz="1500" b="0" dirty="0" err="1">
                <a:solidFill>
                  <a:srgbClr val="1F1F1F"/>
                </a:solidFill>
              </a:rPr>
              <a:t>JiuwenSwarm</a:t>
            </a:r>
            <a:r>
              <a:rPr sz="1500" b="0" dirty="0">
                <a:solidFill>
                  <a:srgbClr val="1F1F1F"/>
                </a:solidFill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1F1F1F"/>
                </a:solidFill>
              </a:rPr>
              <a:t>•  None is a complete app. </a:t>
            </a:r>
            <a:r>
              <a:rPr lang="en-US" sz="1500" dirty="0">
                <a:solidFill>
                  <a:srgbClr val="1F1F1F"/>
                </a:solidFill>
              </a:rPr>
              <a:t>Apps like </a:t>
            </a:r>
            <a:r>
              <a:rPr lang="en-US" sz="1500" dirty="0" err="1">
                <a:solidFill>
                  <a:srgbClr val="1F1F1F"/>
                </a:solidFill>
              </a:rPr>
              <a:t>InkWell</a:t>
            </a:r>
            <a:r>
              <a:rPr sz="1500" b="0" dirty="0">
                <a:solidFill>
                  <a:srgbClr val="1F1F1F"/>
                </a:solidFill>
              </a:rPr>
              <a:t> have their own screens + logic, so a plugin can share their knowledge or tools — not the app itself.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DC2626"/>
                </a:solidFill>
              </a:rPr>
              <a:t>•  Bottom line: </a:t>
            </a:r>
            <a:r>
              <a:rPr lang="en-US" sz="1500" b="1" dirty="0">
                <a:solidFill>
                  <a:srgbClr val="DC2626"/>
                </a:solidFill>
              </a:rPr>
              <a:t>Publishing plugin that has it’s own </a:t>
            </a:r>
            <a:r>
              <a:rPr lang="en-US" sz="1500" b="1" dirty="0" err="1">
                <a:solidFill>
                  <a:srgbClr val="DC2626"/>
                </a:solidFill>
              </a:rPr>
              <a:t>screens+logic</a:t>
            </a:r>
            <a:r>
              <a:rPr lang="en-US" sz="1500" b="1" dirty="0">
                <a:solidFill>
                  <a:srgbClr val="DC2626"/>
                </a:solidFill>
              </a:rPr>
              <a:t> is </a:t>
            </a:r>
            <a:r>
              <a:rPr sz="1500" b="1" dirty="0">
                <a:solidFill>
                  <a:srgbClr val="DC2626"/>
                </a:solidFill>
              </a:rPr>
              <a:t>not available today.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85D6C-5331-49B3-998F-2D081F9B01D0}"/>
              </a:ext>
            </a:extLst>
          </p:cNvPr>
          <p:cNvSpPr txBox="1"/>
          <p:nvPr/>
        </p:nvSpPr>
        <p:spPr>
          <a:xfrm>
            <a:off x="457199" y="5569281"/>
            <a:ext cx="85836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dirty="0">
                <a:solidFill>
                  <a:srgbClr val="1F1F1F"/>
                </a:solidFill>
              </a:rPr>
              <a:t>•  What would make it possible — OpenJiuwen team would need to add: </a:t>
            </a:r>
          </a:p>
          <a:p>
            <a:pPr algn="l">
              <a:spcAft>
                <a:spcPts val="600"/>
              </a:spcAft>
            </a:pPr>
            <a:r>
              <a:rPr lang="en-US" dirty="0">
                <a:solidFill>
                  <a:srgbClr val="1F1F1F"/>
                </a:solidFill>
              </a:rPr>
              <a:t>	</a:t>
            </a:r>
            <a:r>
              <a:rPr lang="en-US" sz="1800" b="0" dirty="0">
                <a:solidFill>
                  <a:srgbClr val="1F1F1F"/>
                </a:solidFill>
              </a:rPr>
              <a:t>(1) a Hub type for complete applications, </a:t>
            </a:r>
          </a:p>
          <a:p>
            <a:pPr algn="l">
              <a:spcAft>
                <a:spcPts val="600"/>
              </a:spcAft>
            </a:pPr>
            <a:r>
              <a:rPr lang="en-US" dirty="0">
                <a:solidFill>
                  <a:srgbClr val="1F1F1F"/>
                </a:solidFill>
              </a:rPr>
              <a:t>	</a:t>
            </a:r>
            <a:r>
              <a:rPr lang="en-US" sz="1800" b="0" dirty="0">
                <a:solidFill>
                  <a:srgbClr val="1F1F1F"/>
                </a:solidFill>
              </a:rPr>
              <a:t>(2) install support that shows the app's own interface.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D1F3D7-1A9C-4829-B2B1-8BA8344AB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27" y="2356039"/>
            <a:ext cx="7245337" cy="31963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1F1F"/>
                </a:solidFill>
              </a:rPr>
              <a:t>2 · Running it ourselves — and how we 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760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2563EB"/>
                </a:solidFill>
              </a:rPr>
              <a:t>Deployment — an always-on agent (like Muse / Dots / Grok)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</a:rPr>
              <a:t>•  Host </a:t>
            </a:r>
            <a:r>
              <a:rPr sz="1400" b="0" dirty="0" err="1">
                <a:solidFill>
                  <a:srgbClr val="1F1F1F"/>
                </a:solidFill>
              </a:rPr>
              <a:t>JiuwenSwarm</a:t>
            </a:r>
            <a:r>
              <a:rPr sz="1400" b="0" dirty="0">
                <a:solidFill>
                  <a:srgbClr val="1F1F1F"/>
                </a:solidFill>
              </a:rPr>
              <a:t> in the cloud; our apps are the front end, </a:t>
            </a:r>
            <a:r>
              <a:rPr sz="1400" b="0" dirty="0" err="1">
                <a:solidFill>
                  <a:srgbClr val="1F1F1F"/>
                </a:solidFill>
              </a:rPr>
              <a:t>JiuwenSwarm</a:t>
            </a:r>
            <a:r>
              <a:rPr sz="1400" b="0" dirty="0">
                <a:solidFill>
                  <a:srgbClr val="1F1F1F"/>
                </a:solidFill>
              </a:rPr>
              <a:t> is the agentic backend.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</a:rPr>
              <a:t>•  One backend, many apps. Web = open a link · Mobile = install from a store — otherwise identical.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1F1F1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6FE93-BB99-4689-B5F3-28A6CEFDA76D}"/>
              </a:ext>
            </a:extLst>
          </p:cNvPr>
          <p:cNvSpPr txBox="1"/>
          <p:nvPr/>
        </p:nvSpPr>
        <p:spPr>
          <a:xfrm>
            <a:off x="6431280" y="1051560"/>
            <a:ext cx="5760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2563EB"/>
                </a:solidFill>
              </a:rPr>
              <a:t>Monetization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1F1F1F"/>
                </a:solidFill>
              </a:rPr>
              <a:t>Free tier · Monthly paid tiers · Per usage · One-time license · Business / white-label</a:t>
            </a:r>
            <a:endParaRPr lang="en-US" sz="1400" b="0" dirty="0">
              <a:solidFill>
                <a:srgbClr val="1F1F1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D89563-50BC-416B-9262-05DF31EE1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168" y="2300115"/>
            <a:ext cx="4861632" cy="7898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8107D3-3387-4D6B-BE5D-66E522AE2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73" y="4138945"/>
            <a:ext cx="3904649" cy="13193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AED166-3B3D-4B97-B4AA-AC502FEF9378}"/>
              </a:ext>
            </a:extLst>
          </p:cNvPr>
          <p:cNvSpPr txBox="1"/>
          <p:nvPr/>
        </p:nvSpPr>
        <p:spPr>
          <a:xfrm>
            <a:off x="6314308" y="3663681"/>
            <a:ext cx="5877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0" dirty="0">
                <a:solidFill>
                  <a:srgbClr val="1F1F1F"/>
                </a:solidFill>
              </a:rPr>
              <a:t>Model cost — one choice up front: we include it, or users bring their own key.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E4B361-DD05-44C0-B874-E1AAD2C092A8}"/>
              </a:ext>
            </a:extLst>
          </p:cNvPr>
          <p:cNvCxnSpPr/>
          <p:nvPr/>
        </p:nvCxnSpPr>
        <p:spPr>
          <a:xfrm>
            <a:off x="6314308" y="914400"/>
            <a:ext cx="12927" cy="5575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20EF22A-5ECA-48B9-82FA-7A210C645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98" y="2819936"/>
            <a:ext cx="4977131" cy="2600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227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Michael Atamuk (A)</cp:lastModifiedBy>
  <cp:revision>6</cp:revision>
  <dcterms:created xsi:type="dcterms:W3CDTF">2013-01-27T09:14:16Z</dcterms:created>
  <dcterms:modified xsi:type="dcterms:W3CDTF">2026-10-14T15:02:27Z</dcterms:modified>
  <cp:category/>
</cp:coreProperties>
</file>