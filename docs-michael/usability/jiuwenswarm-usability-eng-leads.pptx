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A1A1A"/>
                </a:solidFill>
              </a:defRPr>
            </a:pPr>
            <a:r>
              <a:t>JiuwenSwarm usability: ~100 findings, one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555555"/>
                </a:solidFill>
              </a:defRPr>
            </a:pPr>
            <a:r>
              <a:t>Engineering leads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565C0"/>
                </a:solidFill>
              </a:defRPr>
            </a:pPr>
            <a:r>
              <a:t>The product already knows - health, errors, token counts. It just never tells the user.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1A1A1A"/>
                </a:solidFill>
              </a:defRPr>
            </a:pPr>
            <a:r>
              <a:t>Users assume things work while they quietly break - and they can't control what the agent does.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555555"/>
                </a:solidFill>
              </a:defRPr>
            </a:pPr>
            <a:r>
              <a:t>Proof point: a wrong API key fails only on the first chat, not at startup.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A1A1A"/>
                </a:solidFill>
              </a:defRPr>
            </a:pPr>
            <a:r>
              <a:t>1 · Trust &amp;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555555"/>
                </a:solidFill>
              </a:defRPr>
            </a:pPr>
            <a:r>
              <a:t>the agent acts and you can't see, approve, or reverse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A1A1A"/>
                </a:solidFill>
              </a:defRPr>
            </a:pPr>
            <a:r>
              <a:t>No preview before it edits files</a:t>
            </a:r>
          </a:p>
          <a:p>
            <a:pPr>
              <a:defRPr sz="1700">
                <a:solidFill>
                  <a:srgbClr val="555555"/>
                </a:solidFill>
              </a:defRPr>
            </a:pPr>
            <a:r>
              <a:t>applied with no approval; no general undo (only code-mode cards discardable)</a:t>
            </a:r>
          </a:p>
          <a:p>
            <a:pPr>
              <a:defRPr sz="2000" b="1">
                <a:solidFill>
                  <a:srgbClr val="1A1A1A"/>
                </a:solidFill>
              </a:defRPr>
            </a:pPr>
            <a:r>
              <a:t>No confirmation before external sends</a:t>
            </a:r>
          </a:p>
          <a:p>
            <a:pPr>
              <a:defRPr sz="1700">
                <a:solidFill>
                  <a:srgbClr val="555555"/>
                </a:solidFill>
              </a:defRPr>
            </a:pPr>
            <a:r>
              <a:t>messages, APIs, webhooks fire without review</a:t>
            </a:r>
          </a:p>
          <a:p>
            <a:pPr>
              <a:defRPr sz="2000" b="1">
                <a:solidFill>
                  <a:srgbClr val="1A1A1A"/>
                </a:solidFill>
              </a:defRPr>
            </a:pPr>
            <a:r>
              <a:t>No safe stop</a:t>
            </a:r>
          </a:p>
          <a:p>
            <a:pPr>
              <a:defRPr sz="1700">
                <a:solidFill>
                  <a:srgbClr val="555555"/>
                </a:solidFill>
              </a:defRPr>
            </a:pPr>
            <a:r>
              <a:t>and it may keep running if you close the UI</a:t>
            </a:r>
          </a:p>
          <a:p>
            <a:pPr>
              <a:defRPr sz="2000" b="1">
                <a:solidFill>
                  <a:srgbClr val="1A1A1A"/>
                </a:solidFill>
              </a:defRPr>
            </a:pPr>
            <a:r>
              <a:t>Impact</a:t>
            </a:r>
          </a:p>
          <a:p>
            <a:pPr>
              <a:defRPr sz="1700">
                <a:solidFill>
                  <a:srgbClr val="555555"/>
                </a:solidFill>
              </a:defRPr>
            </a:pPr>
            <a:r>
              <a:t>without control and undo, users won't trust it with real 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A1A1A"/>
                </a:solidFill>
              </a:defRPr>
            </a:pPr>
            <a:r>
              <a:t>2 · Cost &amp; Invisibility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555555"/>
                </a:solidFill>
              </a:defRPr>
            </a:pPr>
            <a:r>
              <a:t>we pay for context we can't see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A1A1A"/>
                </a:solidFill>
              </a:defRPr>
            </a:pPr>
            <a:r>
              <a:t>Trivial prompts build the full context</a:t>
            </a:r>
          </a:p>
          <a:p>
            <a:pPr>
              <a:defRPr sz="1700">
                <a:solidFill>
                  <a:srgbClr val="555555"/>
                </a:solidFill>
              </a:defRPr>
            </a:pPr>
            <a:r>
              <a:t>even '2+2' sends memory + all skills + tool schemas (~30K tokens)</a:t>
            </a:r>
          </a:p>
          <a:p>
            <a:pPr>
              <a:defRPr sz="2000" b="1">
                <a:solidFill>
                  <a:srgbClr val="1A1A1A"/>
                </a:solidFill>
              </a:defRPr>
            </a:pPr>
            <a:r>
              <a:t>No token/cost visibility</a:t>
            </a:r>
          </a:p>
          <a:p>
            <a:pPr>
              <a:defRPr sz="1700">
                <a:solidFill>
                  <a:srgbClr val="555555"/>
                </a:solidFill>
              </a:defRPr>
            </a:pPr>
            <a:r>
              <a:t>no counter, no estimate, no breakdown</a:t>
            </a:r>
          </a:p>
          <a:p>
            <a:pPr>
              <a:defRPr sz="2000" b="1">
                <a:solidFill>
                  <a:srgbClr val="1A1A1A"/>
                </a:solidFill>
              </a:defRPr>
            </a:pPr>
            <a:r>
              <a:t>Failures are silent</a:t>
            </a:r>
          </a:p>
          <a:p>
            <a:pPr>
              <a:defRPr sz="1700">
                <a:solidFill>
                  <a:srgbClr val="555555"/>
                </a:solidFill>
              </a:defRPr>
            </a:pPr>
            <a:r>
              <a:t>a subsystem can die and nobody is told; logs aren't reachable</a:t>
            </a:r>
          </a:p>
          <a:p>
            <a:pPr>
              <a:defRPr sz="2000" b="1">
                <a:solidFill>
                  <a:srgbClr val="1A1A1A"/>
                </a:solidFill>
              </a:defRPr>
            </a:pPr>
            <a:r>
              <a:t>Impact</a:t>
            </a:r>
          </a:p>
          <a:p>
            <a:pPr>
              <a:defRPr sz="1700">
                <a:solidFill>
                  <a:srgbClr val="555555"/>
                </a:solidFill>
              </a:defRPr>
            </a:pPr>
            <a:r>
              <a:t>spend and downtime the user never sees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A1A1A"/>
                </a:solidFill>
              </a:defRPr>
            </a:pPr>
            <a:r>
              <a:t>3 · Adoption &amp;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555555"/>
                </a:solidFill>
              </a:defRPr>
            </a:pPr>
            <a:r>
              <a:t>friction at every on-ramp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A1A1A"/>
                </a:solidFill>
              </a:defRPr>
            </a:pPr>
            <a:r>
              <a:t>Setup &amp; onboarding</a:t>
            </a:r>
          </a:p>
          <a:p>
            <a:pPr>
              <a:defRPr sz="1700">
                <a:solidFill>
                  <a:srgbClr val="555555"/>
                </a:solidFill>
              </a:defRPr>
            </a:pPr>
            <a:r>
              <a:t>wrong credentials fail late; setup ends before the model is verified</a:t>
            </a:r>
          </a:p>
          <a:p>
            <a:pPr>
              <a:defRPr sz="2000" b="1">
                <a:solidFill>
                  <a:srgbClr val="1A1A1A"/>
                </a:solidFill>
              </a:defRPr>
            </a:pPr>
            <a:r>
              <a:t>Language &amp; platform</a:t>
            </a:r>
          </a:p>
          <a:p>
            <a:pPr>
              <a:defRPr sz="1700">
                <a:solidFill>
                  <a:srgbClr val="555555"/>
                </a:solidFill>
              </a:defRPr>
            </a:pPr>
            <a:r>
              <a:t>GUI not fully translated; accessibility and mobile gaps</a:t>
            </a:r>
          </a:p>
          <a:p>
            <a:pPr>
              <a:defRPr sz="2000" b="1">
                <a:solidFill>
                  <a:srgbClr val="1A1A1A"/>
                </a:solidFill>
              </a:defRPr>
            </a:pPr>
            <a:r>
              <a:t>Developer &amp; API</a:t>
            </a:r>
          </a:p>
          <a:p>
            <a:pPr>
              <a:defRPr sz="1700">
                <a:solidFill>
                  <a:srgbClr val="555555"/>
                </a:solidFill>
              </a:defRPr>
            </a:pPr>
            <a:r>
              <a:t>undocumented rails, no scaffold, no SDK - high friction to extend/integrate</a:t>
            </a:r>
          </a:p>
          <a:p>
            <a:pPr>
              <a:defRPr sz="2000" b="1">
                <a:solidFill>
                  <a:srgbClr val="1A1A1A"/>
                </a:solidFill>
              </a:defRPr>
            </a:pPr>
            <a:r>
              <a:t>Skills</a:t>
            </a:r>
          </a:p>
          <a:p>
            <a:pPr>
              <a:defRPr sz="1700">
                <a:solidFill>
                  <a:srgbClr val="555555"/>
                </a:solidFill>
              </a:defRPr>
            </a:pPr>
            <a:r>
              <a:t>no versioning/rollback, only live-chat testing</a:t>
            </a:r>
          </a:p>
          <a:p>
            <a:pPr>
              <a:defRPr sz="2000" b="1">
                <a:solidFill>
                  <a:srgbClr val="1A1A1A"/>
                </a:solidFill>
              </a:defRPr>
            </a:pPr>
            <a:r>
              <a:t>Impact</a:t>
            </a:r>
          </a:p>
          <a:p>
            <a:pPr>
              <a:defRPr sz="1700">
                <a:solidFill>
                  <a:srgbClr val="555555"/>
                </a:solidFill>
              </a:defRPr>
            </a:pPr>
            <a:r>
              <a:t>slows first-run, international, developer, and skill adopters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A1A1A"/>
                </a:solidFill>
              </a:defRPr>
            </a:pPr>
            <a:r>
              <a:t>Do first + 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555555"/>
                </a:solidFill>
              </a:defRPr>
            </a:pPr>
            <a:r>
              <a:t>three small fixes de-risk the rest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A1A1A"/>
                </a:solidFill>
              </a:defRPr>
            </a:pPr>
            <a:r>
              <a:t>1 · Errors that say what happened + where the log is</a:t>
            </a:r>
          </a:p>
          <a:p>
            <a:pPr>
              <a:defRPr sz="1700">
                <a:solidFill>
                  <a:srgbClr val="555555"/>
                </a:solidFill>
              </a:defRPr>
            </a:pPr>
            <a:r>
              <a:t>actionable, machine-readable, points to detail</a:t>
            </a:r>
          </a:p>
          <a:p>
            <a:pPr>
              <a:defRPr sz="2000" b="1">
                <a:solidFill>
                  <a:srgbClr val="1A1A1A"/>
                </a:solidFill>
              </a:defRPr>
            </a:pPr>
            <a:r>
              <a:t>2 · Validate credentials at startup / test in the wizard</a:t>
            </a:r>
          </a:p>
          <a:p>
            <a:pPr>
              <a:defRPr sz="1700">
                <a:solidFill>
                  <a:srgbClr val="555555"/>
                </a:solidFill>
              </a:defRPr>
            </a:pPr>
            <a:r>
              <a:t>kills the #1 silent first-run failure</a:t>
            </a:r>
          </a:p>
          <a:p>
            <a:pPr>
              <a:defRPr sz="2000" b="1">
                <a:solidFill>
                  <a:srgbClr val="1A1A1A"/>
                </a:solidFill>
              </a:defRPr>
            </a:pPr>
            <a:r>
              <a:t>3 · Show token/cost; don't build full context for trivial prompts</a:t>
            </a:r>
          </a:p>
          <a:p>
            <a:pPr>
              <a:defRPr sz="1700">
                <a:solidFill>
                  <a:srgbClr val="555555"/>
                </a:solidFill>
              </a:defRPr>
            </a:pPr>
            <a:r>
              <a:t>visibility + trim the fixed overhead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120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565C0"/>
                </a:solidFill>
              </a:defRPr>
            </a:pPr>
            <a:r>
              <a:t>Ask: a call on severity/effort to rank these, and a slot to start with #1-#2.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