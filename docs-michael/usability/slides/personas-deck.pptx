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developer who changes jiuwenswarm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Runs their own instance - and is also a user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Runs one instance as a shared bot a group talks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agent directly - the base everyone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agent in the rich Web UI (chat +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Web UI mostly to ask questions and get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Web UI to get real code work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Builds their own product using jiuwenswarm as its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Writes, packages, and distributes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The 4 pillars around jiuwenswarm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who makes it, runs it, uses it, and builds on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4E9EFF"/>
                </a:solidFill>
              </a:rPr>
              <a:t>Makers</a:t>
            </a:r>
          </a:p>
          <a:p>
            <a:r>
              <a:rPr sz="1600">
                <a:solidFill>
                  <a:srgbClr val="9AA6B8"/>
                </a:solidFill>
              </a:rPr>
              <a:t>Engine Contributor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66BB6A"/>
                </a:solidFill>
              </a:rPr>
              <a:t>Runners</a:t>
            </a:r>
          </a:p>
          <a:p>
            <a:r>
              <a:rPr sz="1600">
                <a:solidFill>
                  <a:srgbClr val="9AA6B8"/>
                </a:solidFill>
              </a:rPr>
              <a:t>Self-hoster</a:t>
            </a:r>
          </a:p>
          <a:p>
            <a:r>
              <a:rPr sz="1600">
                <a:solidFill>
                  <a:srgbClr val="9AA6B8"/>
                </a:solidFill>
              </a:rPr>
              <a:t>Bot-hoster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FFB74D"/>
                </a:solidFill>
              </a:rPr>
              <a:t>Consumers</a:t>
            </a:r>
          </a:p>
          <a:p>
            <a:pPr algn="ctr"/>
            <a:r>
              <a:rPr sz="1600" i="1" dirty="0">
                <a:solidFill>
                  <a:srgbClr val="FFB74D"/>
                </a:solidFill>
              </a:rPr>
              <a:t>B2C</a:t>
            </a:r>
          </a:p>
          <a:p>
            <a:r>
              <a:rPr sz="1600">
                <a:solidFill>
                  <a:srgbClr val="9AA6B8"/>
                </a:solidFill>
              </a:rPr>
              <a:t>Web chatter</a:t>
            </a:r>
          </a:p>
          <a:p>
            <a:r>
              <a:rPr sz="1600">
                <a:solidFill>
                  <a:srgbClr val="9AA6B8"/>
                </a:solidFill>
              </a:rPr>
              <a:t>Web coder</a:t>
            </a:r>
          </a:p>
          <a:p>
            <a:r>
              <a:rPr sz="1600">
                <a:solidFill>
                  <a:srgbClr val="9AA6B8"/>
                </a:solidFill>
              </a:rPr>
              <a:t>Text CLI</a:t>
            </a:r>
          </a:p>
          <a:p>
            <a:r>
              <a:rPr sz="1600">
                <a:solidFill>
                  <a:srgbClr val="9AA6B8"/>
                </a:solidFill>
              </a:rPr>
              <a:t>Text TUI</a:t>
            </a:r>
          </a:p>
          <a:p>
            <a:r>
              <a:rPr sz="1600">
                <a:solidFill>
                  <a:srgbClr val="9AA6B8"/>
                </a:solidFill>
              </a:rPr>
              <a:t>Text IM</a:t>
            </a:r>
          </a:p>
          <a:p>
            <a:r>
              <a:rPr sz="1600">
                <a:solidFill>
                  <a:srgbClr val="9AA6B8"/>
                </a:solidFill>
              </a:rPr>
              <a:t>Channel Browser</a:t>
            </a:r>
          </a:p>
          <a:p>
            <a:r>
              <a:rPr sz="1600">
                <a:solidFill>
                  <a:srgbClr val="9AA6B8"/>
                </a:solidFill>
              </a:rPr>
              <a:t>Channel 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F46D9B"/>
                </a:solidFill>
              </a:rPr>
              <a:t>Builders</a:t>
            </a:r>
          </a:p>
          <a:p>
            <a:pPr algn="ctr"/>
            <a:r>
              <a:rPr sz="1600" i="1" dirty="0">
                <a:solidFill>
                  <a:srgbClr val="F46D9B"/>
                </a:solidFill>
              </a:rPr>
              <a:t>B2B2C</a:t>
            </a:r>
          </a:p>
          <a:p>
            <a:r>
              <a:rPr sz="1600">
                <a:solidFill>
                  <a:srgbClr val="9AA6B8"/>
                </a:solidFill>
              </a:rPr>
              <a:t>Product Builder</a:t>
            </a:r>
          </a:p>
          <a:p>
            <a:r>
              <a:rPr sz="1600">
                <a:solidFill>
                  <a:srgbClr val="9AA6B8"/>
                </a:solidFill>
              </a:rPr>
              <a:t>Skill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MAKERS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Engine Contributor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 developer who changes jiuwenswarm itself.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Rails &amp; Context API</a:t>
            </a:r>
          </a:p>
          <a:p>
            <a:r>
              <a:rPr sz="1350">
                <a:solidFill>
                  <a:srgbClr val="9AA6B8"/>
                </a:solidFill>
              </a:rPr>
              <a:t>rail hooks, context &amp; errors are undocumented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Tools &amp; Agent Factory</a:t>
            </a:r>
          </a:p>
          <a:p>
            <a:r>
              <a:rPr sz="1350">
                <a:solidFill>
                  <a:srgbClr val="9AA6B8"/>
                </a:solidFill>
              </a:rPr>
              <a:t>registering tools &amp; factory params undocumented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Testing &amp; Tooling</a:t>
            </a:r>
          </a:p>
          <a:p>
            <a:r>
              <a:rPr sz="1350">
                <a:solidFill>
                  <a:srgbClr val="9AA6B8"/>
                </a:solidFill>
              </a:rPr>
              <a:t>no scaffold CLI; rails are hard to test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Docs &amp; Stability</a:t>
            </a:r>
          </a:p>
          <a:p>
            <a:r>
              <a:rPr sz="1350">
                <a:solidFill>
                  <a:srgbClr val="9AA6B8"/>
                </a:solidFill>
              </a:rPr>
              <a:t>undiscoverable examples, no stable public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Channels</a:t>
            </a:r>
          </a:p>
          <a:p>
            <a:r>
              <a:rPr sz="1350">
                <a:solidFill>
                  <a:srgbClr val="9AA6B8"/>
                </a:solidFill>
              </a:rPr>
              <a:t>no guide for writing a custom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Self-hoster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their own instance - and is also a user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also a Consumer (of their own instance)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Setup &amp; Config</a:t>
            </a:r>
          </a:p>
          <a:p>
            <a:r>
              <a:rPr sz="1350">
                <a:solidFill>
                  <a:srgbClr val="9AA6B8"/>
                </a:solidFill>
              </a:rPr>
              <a:t>no validation; credentials fail 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Running the instance</a:t>
            </a:r>
          </a:p>
          <a:p>
            <a:r>
              <a:rPr sz="1350">
                <a:solidFill>
                  <a:srgbClr val="9AA6B8"/>
                </a:solidFill>
              </a:rPr>
              <a:t>ports/logs/upgrades/permissions are opaque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Cost &amp; Tokens</a:t>
            </a:r>
          </a:p>
          <a:p>
            <a:r>
              <a:rPr sz="1350">
                <a:solidFill>
                  <a:srgbClr val="9AA6B8"/>
                </a:solidFill>
              </a:rPr>
              <a:t>no token or cost visibility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Data Retention</a:t>
            </a:r>
          </a:p>
          <a:p>
            <a:r>
              <a:rPr sz="1350">
                <a:solidFill>
                  <a:srgbClr val="9AA6B8"/>
                </a:solidFill>
              </a:rPr>
              <a:t>data is kept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Health</a:t>
            </a:r>
          </a:p>
          <a:p>
            <a:r>
              <a:rPr sz="1350">
                <a:solidFill>
                  <a:srgbClr val="9AA6B8"/>
                </a:solidFill>
              </a:rPr>
              <a:t>subsystem failures go unnoticed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First Run</a:t>
            </a:r>
          </a:p>
          <a:p>
            <a:r>
              <a:rPr sz="1350">
                <a:solidFill>
                  <a:srgbClr val="9AA6B8"/>
                </a:solidFill>
              </a:rPr>
              <a:t>wizard exits before the model is confirmed working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Bot-hoster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one instance as a shared bot a group talks 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Identity &amp; Isolation</a:t>
            </a:r>
          </a:p>
          <a:p>
            <a:r>
              <a:rPr sz="1350">
                <a:solidFill>
                  <a:srgbClr val="9AA6B8"/>
                </a:solidFill>
              </a:rPr>
              <a:t>no login, no per-user isolation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Shared Skills</a:t>
            </a:r>
          </a:p>
          <a:p>
            <a:r>
              <a:rPr sz="1350">
                <a:solidFill>
                  <a:srgbClr val="9AA6B8"/>
                </a:solidFill>
              </a:rPr>
              <a:t>no shared skill library across instances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Consumer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directly - the base everyone builds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base persona (no parent)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Errors &amp; Feedback</a:t>
            </a:r>
          </a:p>
          <a:p>
            <a:r>
              <a:rPr sz="1350">
                <a:solidFill>
                  <a:srgbClr val="9AA6B8"/>
                </a:solidFill>
              </a:rPr>
              <a:t>unactionable errors; can't correct the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Conversation</a:t>
            </a:r>
          </a:p>
          <a:p>
            <a:r>
              <a:rPr sz="1350">
                <a:solidFill>
                  <a:srgbClr val="9AA6B8"/>
                </a:solidFill>
              </a:rPr>
              <a:t>unclear context in replies and clarification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History &amp; Notifications</a:t>
            </a:r>
          </a:p>
          <a:p>
            <a:r>
              <a:rPr sz="1350">
                <a:solidFill>
                  <a:srgbClr val="9AA6B8"/>
                </a:solidFill>
              </a:rPr>
              <a:t>no search or task-finished notice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Control &amp; Continuity</a:t>
            </a:r>
          </a:p>
          <a:p>
            <a:r>
              <a:rPr sz="1350">
                <a:solidFill>
                  <a:srgbClr val="9AA6B8"/>
                </a:solidFill>
              </a:rPr>
              <a:t>crashes and disconnects lose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Memory &amp; Privacy</a:t>
            </a:r>
          </a:p>
          <a:p>
            <a:r>
              <a:rPr sz="1350">
                <a:solidFill>
                  <a:srgbClr val="9AA6B8"/>
                </a:solidFill>
              </a:rPr>
              <a:t>can't see what's remembered or 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Help &amp; Diagnostics</a:t>
            </a:r>
          </a:p>
          <a:p>
            <a:r>
              <a:rPr sz="1350">
                <a:solidFill>
                  <a:srgbClr val="9AA6B8"/>
                </a:solidFill>
              </a:rPr>
              <a:t>no guidance or easy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in the rich Web UI (chat + code).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Discovery &amp; Onboarding</a:t>
            </a:r>
          </a:p>
          <a:p>
            <a:r>
              <a:rPr sz="1350">
                <a:solidFill>
                  <a:srgbClr val="9AA6B8"/>
                </a:solidFill>
              </a:rPr>
              <a:t>empty start; powerful features hidden; mode names are unclear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Language</a:t>
            </a:r>
          </a:p>
          <a:p>
            <a:r>
              <a:rPr sz="1350">
                <a:solidFill>
                  <a:srgbClr val="9AA6B8"/>
                </a:solidFill>
              </a:rPr>
              <a:t>GUI isn't fully translated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Navigation &amp; Settings</a:t>
            </a:r>
          </a:p>
          <a:p>
            <a:r>
              <a:rPr sz="1350">
                <a:solidFill>
                  <a:srgbClr val="9AA6B8"/>
                </a:solidFill>
              </a:rPr>
              <a:t>settings by module; skills/connectors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Accessibility</a:t>
            </a:r>
          </a:p>
          <a:p>
            <a:r>
              <a:rPr sz="1350">
                <a:solidFill>
                  <a:srgbClr val="9AA6B8"/>
                </a:solidFill>
              </a:rPr>
              <a:t>contrast &amp; screen-reader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Mobile</a:t>
            </a:r>
          </a:p>
          <a:p>
            <a:r>
              <a:rPr sz="1350">
                <a:solidFill>
                  <a:srgbClr val="9AA6B8"/>
                </a:solidFill>
              </a:rPr>
              <a:t>not mobile-friendly, no offline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mostly to ask questions and get answers.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Reply &amp; Formatting</a:t>
            </a:r>
          </a:p>
          <a:p>
            <a:r>
              <a:rPr sz="1350">
                <a:solidFill>
                  <a:srgbClr val="9AA6B8"/>
                </a:solidFill>
              </a:rPr>
              <a:t>no control over length or writing style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Sharing &amp; Export</a:t>
            </a:r>
          </a:p>
          <a:p>
            <a:r>
              <a:rPr sz="1350">
                <a:solidFill>
                  <a:srgbClr val="9AA6B8"/>
                </a:solidFill>
              </a:rPr>
              <a:t>conversations can only be shared as a flat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to get real code work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Explanation</a:t>
            </a:r>
          </a:p>
          <a:p>
            <a:r>
              <a:rPr sz="1350">
                <a:solidFill>
                  <a:srgbClr val="9AA6B8"/>
                </a:solidFill>
              </a:rPr>
              <a:t>can't see reasoning or why a tool 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Safety &amp; Undo</a:t>
            </a:r>
          </a:p>
          <a:p>
            <a:r>
              <a:rPr sz="1350">
                <a:solidFill>
                  <a:srgbClr val="9AA6B8"/>
                </a:solidFill>
              </a:rPr>
              <a:t>changes apply without preview; hard to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Progress</a:t>
            </a:r>
          </a:p>
          <a:p>
            <a:r>
              <a:rPr sz="1350">
                <a:solidFill>
                  <a:srgbClr val="9AA6B8"/>
                </a:solidFill>
              </a:rPr>
              <a:t>long builds show no 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Keyboard</a:t>
            </a:r>
          </a:p>
          <a:p>
            <a:r>
              <a:rPr sz="1350">
                <a:solidFill>
                  <a:srgbClr val="9AA6B8"/>
                </a:solidFill>
              </a:rPr>
              <a:t>not fully keyboard-driven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TEXT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Text Users (CLI · TUI · 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text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Text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CLI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TUI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IM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CHANNEL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Channel Users (Browser · 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code/editor channel.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Channel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IDE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Browser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Product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Builds their own product using jiuwenswarm as its backend.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Connection &amp; Security</a:t>
            </a:r>
          </a:p>
          <a:p>
            <a:r>
              <a:rPr sz="1350">
                <a:solidFill>
                  <a:srgbClr val="9AA6B8"/>
                </a:solidFill>
              </a:rPr>
              <a:t>no API auth; weak origin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Transport &amp; Protocol</a:t>
            </a:r>
          </a:p>
          <a:p>
            <a:r>
              <a:rPr sz="1350">
                <a:solidFill>
                  <a:srgbClr val="9AA6B8"/>
                </a:solidFill>
              </a:rPr>
              <a:t>WebSocket-only; prose spec, no SDK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Integration &amp; Tooling</a:t>
            </a:r>
          </a:p>
          <a:p>
            <a:r>
              <a:rPr sz="1350">
                <a:solidFill>
                  <a:srgbClr val="9AA6B8"/>
                </a:solidFill>
              </a:rPr>
              <a:t>no dev stubs; only shell hooks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Skill 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Writes, packages, and distributes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Authoring &amp; Testing</a:t>
            </a:r>
          </a:p>
          <a:p>
            <a:r>
              <a:rPr sz="1350">
                <a:solidFill>
                  <a:srgbClr val="9AA6B8"/>
                </a:solidFill>
              </a:rPr>
              <a:t>no clear entry point; only live-chat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Marketplace</a:t>
            </a:r>
          </a:p>
          <a:p>
            <a:r>
              <a:rPr sz="1350">
                <a:solidFill>
                  <a:srgbClr val="9AA6B8"/>
                </a:solidFill>
              </a:rPr>
              <a:t>no ratings, usage or freshness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Packaging &amp; Distribution</a:t>
            </a:r>
          </a:p>
          <a:p>
            <a:r>
              <a:rPr sz="1350">
                <a:solidFill>
                  <a:srgbClr val="9AA6B8"/>
                </a:solidFill>
              </a:rPr>
              <a:t>updates can't be reviewed or rolled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