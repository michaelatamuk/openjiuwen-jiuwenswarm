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developer who changes jiuwenswarm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their own instance - and is also a user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one instance as a shared bot a group talks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directly - the base everyone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in the rich Web UI (chat +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mostly to ask questions and get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to get real code work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Builds their own product using jiuwenswarm as its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Writes, packages, and distributes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4E9EFF"/>
                </a:solidFill>
              </a:rPr>
              <a:t>Makers</a:t>
            </a:r>
          </a:p>
          <a:p>
            <a:r>
              <a:rPr sz="160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66BB6A"/>
                </a:solidFill>
              </a:rPr>
              <a:t>Runners</a:t>
            </a:r>
          </a:p>
          <a:p>
            <a:r>
              <a:rPr sz="1600">
                <a:solidFill>
                  <a:srgbClr val="9AA6B8"/>
                </a:solidFill>
              </a:rPr>
              <a:t>Self-hoster</a:t>
            </a:r>
          </a:p>
          <a:p>
            <a:r>
              <a:rPr sz="1600">
                <a:solidFill>
                  <a:srgbClr val="9AA6B8"/>
                </a:solidFill>
              </a:rPr>
              <a:t>Bot-hoster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FB74D"/>
                </a:solidFill>
              </a:rPr>
              <a:t>Consumers</a:t>
            </a:r>
          </a:p>
          <a:p>
            <a:r>
              <a:rPr sz="1600">
                <a:solidFill>
                  <a:srgbClr val="9AA6B8"/>
                </a:solidFill>
              </a:rPr>
              <a:t>Web chatter</a:t>
            </a:r>
          </a:p>
          <a:p>
            <a:r>
              <a:rPr sz="1600">
                <a:solidFill>
                  <a:srgbClr val="9AA6B8"/>
                </a:solidFill>
              </a:rPr>
              <a:t>Web coder</a:t>
            </a:r>
          </a:p>
          <a:p>
            <a:r>
              <a:rPr sz="1600">
                <a:solidFill>
                  <a:srgbClr val="9AA6B8"/>
                </a:solidFill>
              </a:rPr>
              <a:t>Text CLI</a:t>
            </a:r>
          </a:p>
          <a:p>
            <a:r>
              <a:rPr sz="1600">
                <a:solidFill>
                  <a:srgbClr val="9AA6B8"/>
                </a:solidFill>
              </a:rPr>
              <a:t>Text TUI</a:t>
            </a:r>
          </a:p>
          <a:p>
            <a:r>
              <a:rPr sz="1600">
                <a:solidFill>
                  <a:srgbClr val="9AA6B8"/>
                </a:solidFill>
              </a:rPr>
              <a:t>Text IM</a:t>
            </a:r>
          </a:p>
          <a:p>
            <a:r>
              <a:rPr sz="1600">
                <a:solidFill>
                  <a:srgbClr val="9AA6B8"/>
                </a:solidFill>
              </a:rPr>
              <a:t>Channel Browser</a:t>
            </a:r>
          </a:p>
          <a:p>
            <a:r>
              <a:rPr sz="160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46D9B"/>
                </a:solidFill>
              </a:rPr>
              <a:t>Builders</a:t>
            </a:r>
          </a:p>
          <a:p>
            <a:r>
              <a:rPr sz="1600">
                <a:solidFill>
                  <a:srgbClr val="9AA6B8"/>
                </a:solidFill>
              </a:rPr>
              <a:t>Product Builder</a:t>
            </a:r>
          </a:p>
          <a:p>
            <a:r>
              <a:rPr sz="1600">
                <a:solidFill>
                  <a:srgbClr val="9AA6B8"/>
                </a:solidFill>
              </a:rPr>
              <a:t>Skill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35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35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35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35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Channels</a:t>
            </a:r>
          </a:p>
          <a:p>
            <a:r>
              <a:rPr sz="135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also a Consumer (of their own instance)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Setup &amp; Config</a:t>
            </a:r>
          </a:p>
          <a:p>
            <a:r>
              <a:rPr sz="135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35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Cost &amp; Tokens</a:t>
            </a:r>
          </a:p>
          <a:p>
            <a:r>
              <a:rPr sz="135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Retention</a:t>
            </a:r>
          </a:p>
          <a:p>
            <a:r>
              <a:rPr sz="135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Health</a:t>
            </a:r>
          </a:p>
          <a:p>
            <a:r>
              <a:rPr sz="1350">
                <a:solidFill>
                  <a:srgbClr val="9AA6B8"/>
                </a:solidFill>
              </a:rPr>
              <a:t>subsystem failures go unnoticed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35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Shared Skills</a:t>
            </a:r>
          </a:p>
          <a:p>
            <a:r>
              <a:rPr sz="135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Consumer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directly - the base everyone builds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base persona (no parent)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35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Conversation</a:t>
            </a:r>
          </a:p>
          <a:p>
            <a:r>
              <a:rPr sz="135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35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35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35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35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Choosing</a:t>
            </a:r>
          </a:p>
          <a:p>
            <a:r>
              <a:rPr sz="1350">
                <a:solidFill>
                  <a:srgbClr val="9AA6B8"/>
                </a:solidFill>
              </a:rPr>
              <a:t>mode names are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Language</a:t>
            </a:r>
          </a:p>
          <a:p>
            <a:r>
              <a:rPr sz="135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35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Discovery</a:t>
            </a:r>
          </a:p>
          <a:p>
            <a:r>
              <a:rPr sz="1350">
                <a:solidFill>
                  <a:srgbClr val="9AA6B8"/>
                </a:solidFill>
              </a:rPr>
              <a:t>empty start; powerful features hidden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Accessibility</a:t>
            </a:r>
          </a:p>
          <a:p>
            <a:r>
              <a:rPr sz="135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Mobile</a:t>
            </a:r>
          </a:p>
          <a:p>
            <a:r>
              <a:rPr sz="135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Reply</a:t>
            </a:r>
          </a:p>
          <a:p>
            <a:r>
              <a:rPr sz="135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Sharing</a:t>
            </a:r>
          </a:p>
          <a:p>
            <a:r>
              <a:rPr sz="135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Explanation</a:t>
            </a:r>
          </a:p>
          <a:p>
            <a:r>
              <a:rPr sz="135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Safety &amp; Undo</a:t>
            </a:r>
          </a:p>
          <a:p>
            <a:r>
              <a:rPr sz="135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Progress</a:t>
            </a:r>
          </a:p>
          <a:p>
            <a:r>
              <a:rPr sz="135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Keyboard</a:t>
            </a:r>
          </a:p>
          <a:p>
            <a:r>
              <a:rPr sz="135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TEXT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Text Users (CLI · TUI · 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text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Text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CLI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TUI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IM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CHANNEL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Channel Users (Browser · 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code/editor 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Channel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IDE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Browser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35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35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35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35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Marketplace</a:t>
            </a:r>
          </a:p>
          <a:p>
            <a:r>
              <a:rPr sz="135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Versioning</a:t>
            </a:r>
          </a:p>
          <a:p>
            <a:r>
              <a:rPr sz="135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